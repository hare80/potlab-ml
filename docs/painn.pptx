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ihong Lian" initials="YL" lastIdx="1" clrIdx="0">
    <p:extLst>
      <p:ext uri="{19B8F6BF-5375-455C-9EA6-DF929625EA0E}">
        <p15:presenceInfo xmlns:p15="http://schemas.microsoft.com/office/powerpoint/2012/main" userId="eddac0c3fcd6160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1" d="100"/>
          <a:sy n="61" d="100"/>
        </p:scale>
        <p:origin x="31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AFFB-FE87-2697-7449-C264BBF41B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FD5FA25-8ADE-3B4F-81B4-7332FBD288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35A3DA-D6CA-2199-17A4-E8EB43EE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321AC0-D78C-3734-49D4-B78187A86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250A30-4EB2-8D27-0576-4F8ED700B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9402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B4CAA8-44CF-990F-7D20-896DA9F35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4305FF1-462D-1D5B-04E2-6037A2704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C4B824-5203-82F6-4E95-741D32C3F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8133FD7-C145-0AFC-E511-88383CAC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8BC6D1-B3BE-5E35-A557-920DED7FB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3212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243B8-7E9B-B6B5-FF96-442508A8E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7553D4-4E5A-0AFC-DE41-93CF389223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45292C-0FBE-AFB2-D374-B710245D5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94F8E6-8EB8-9D29-3A53-5FB25E400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9722CF-9A82-FC53-E027-B57B1E8E8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029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CBB18C-D293-D637-329F-7D1C82336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0709BE-7B85-8039-B203-85198539E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23D3E0-95CA-6405-9B87-A0081CDB5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90D9F1E-B139-67DE-E682-A132BEADA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FD3A05-C23C-6085-E641-51B1313A5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F3C0D0-5D51-19F0-6D71-6087DAA39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2828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75BB0-681B-BDCD-D630-35767D73C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7DD3CBB-9E86-6BEA-5BB8-58BF9E55D1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EBEDD73-81BD-8E03-B2DE-60BDDA5FD2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A510B4-C9EA-7A19-C033-A1B218CF9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5A834DD-4CE2-0E52-0AA6-181075C272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A733BAE-43E5-5407-86D9-9BC717A5B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E252F52-2CB2-564C-BDC0-B334C220F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9F405B2-540E-BE8A-7153-521786934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6135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93CC96-EA79-33F9-496A-A36BEA4C7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4E10200-7D49-ABAB-B0F2-BC3D57712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421400E-DF4C-4F73-2CD6-7DE93C4E2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F799A54-209F-5FB8-4526-ABFF2BB38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0380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40EA966-D960-2702-4340-E9EECB0DE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DB15B30-6736-F9CC-F983-66325738D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C8F300-5278-2095-880F-FB58F3D9B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3260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D7F743-127B-56A5-44ED-AE957CF2A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6DBAE6-B45D-B338-F06F-F25CE562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E26C09-D9E9-EE9B-C990-47E496487C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936EC5-7A45-DAD7-BEE1-9A0C34C76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1DD356-F0AC-268E-F8F5-507EFF206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E9FB19-23F1-A705-9170-361EF93FA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1674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4F882-D6C1-9219-836C-40D7C01D8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6BB8641-1367-4E28-65B7-5E66CCB93B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420FF4-34FC-6F6A-1A5B-2988621BE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987287-993A-0473-BC48-771C87ABF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38005FB-366A-B0E9-85C9-B616C01C5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F6F5D-F1FC-F31F-040E-7B3249171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40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A10E3C-2711-E5A5-BBBA-EE65CA4B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64920EE-ACF7-EBA3-52F3-49DCD7F430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79EF13-46D5-28B0-BD03-1D48E175D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B1CB9C-7D3D-EF83-220B-ACA4D852D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3A298C-F1FB-2E99-D125-5980C2D6B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754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CD20966-507B-7719-D6CF-ADB090C0AB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E4838DE-5D7C-C193-E67E-2FF21B7266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042302-FAEA-172A-2ED1-2EBA22F50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23142D-A1DF-F3A2-D201-AD8910ABB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186F53-7198-C46A-FBA4-7D539883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0933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9E6B12-281F-FFA3-C514-B8A537FDF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A94C739-6842-510E-5BC4-7B3597E45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79D6AE-7ECF-91D7-ED8D-66D7AAAE5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EF0FDD-2F79-4291-8E61-F81F3449F154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421058-9B3A-D1E7-4DF3-4561ABE9FD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1C98ED-FBBA-91AC-A7A0-B556EC48F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67C4B-03BF-41B7-B060-9B61DB5B929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596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910D1AA-3DAA-1A60-217B-6BF60CA6D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270" y="370622"/>
            <a:ext cx="4795680" cy="6116756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4AEA34F-EF95-C41A-001C-5C9B5DC72A84}"/>
              </a:ext>
            </a:extLst>
          </p:cNvPr>
          <p:cNvSpPr/>
          <p:nvPr/>
        </p:nvSpPr>
        <p:spPr>
          <a:xfrm>
            <a:off x="4328159" y="1276350"/>
            <a:ext cx="1473201" cy="257429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95A079E-B92E-3663-8D75-470B7843B29E}"/>
              </a:ext>
            </a:extLst>
          </p:cNvPr>
          <p:cNvSpPr txBox="1"/>
          <p:nvPr/>
        </p:nvSpPr>
        <p:spPr>
          <a:xfrm>
            <a:off x="257221" y="2194163"/>
            <a:ext cx="3948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solidFill>
                  <a:srgbClr val="FF0000"/>
                </a:solidFill>
              </a:rPr>
              <a:t>PaiNNMessageBlock.scalar_network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B6ED5A-8AD5-2715-7375-3E15CCDFE64C}"/>
              </a:ext>
            </a:extLst>
          </p:cNvPr>
          <p:cNvSpPr/>
          <p:nvPr/>
        </p:nvSpPr>
        <p:spPr>
          <a:xfrm>
            <a:off x="6114073" y="2113280"/>
            <a:ext cx="1473201" cy="71782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9871BD2-77EC-824A-F6FD-D5C371F43BFA}"/>
              </a:ext>
            </a:extLst>
          </p:cNvPr>
          <p:cNvSpPr txBox="1"/>
          <p:nvPr/>
        </p:nvSpPr>
        <p:spPr>
          <a:xfrm>
            <a:off x="7814558" y="2360893"/>
            <a:ext cx="365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solidFill>
                  <a:srgbClr val="FF0000"/>
                </a:solidFill>
              </a:rPr>
              <a:t>PaiNNMessageBlock.rbf_network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23A864-C30E-02F8-A587-33834F0BB092}"/>
              </a:ext>
            </a:extLst>
          </p:cNvPr>
          <p:cNvSpPr/>
          <p:nvPr/>
        </p:nvSpPr>
        <p:spPr>
          <a:xfrm>
            <a:off x="4655532" y="625556"/>
            <a:ext cx="547089" cy="47802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w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503EB2-F9A1-F12D-8391-3AC570AF380D}"/>
              </a:ext>
            </a:extLst>
          </p:cNvPr>
          <p:cNvSpPr txBox="1"/>
          <p:nvPr/>
        </p:nvSpPr>
        <p:spPr>
          <a:xfrm>
            <a:off x="4328159" y="83459"/>
            <a:ext cx="4416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solidFill>
                  <a:srgbClr val="FF0000"/>
                </a:solidFill>
              </a:rPr>
              <a:t>scalar_feature</a:t>
            </a:r>
            <a:r>
              <a:rPr lang="en-US" altLang="zh-CN" b="1" dirty="0">
                <a:solidFill>
                  <a:srgbClr val="FF0000"/>
                </a:solidFill>
              </a:rPr>
              <a:t> [from </a:t>
            </a:r>
            <a:r>
              <a:rPr lang="en-US" altLang="zh-CN" b="1" dirty="0" err="1">
                <a:solidFill>
                  <a:srgbClr val="FF0000"/>
                </a:solidFill>
              </a:rPr>
              <a:t>embending</a:t>
            </a:r>
            <a:r>
              <a:rPr lang="en-US" altLang="zh-CN" b="1" dirty="0">
                <a:solidFill>
                  <a:srgbClr val="FF0000"/>
                </a:solidFill>
              </a:rPr>
              <a:t>(atoms)]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63991B3-E1F4-F46B-BC18-D7F6A5609F1E}"/>
              </a:ext>
            </a:extLst>
          </p:cNvPr>
          <p:cNvSpPr/>
          <p:nvPr/>
        </p:nvSpPr>
        <p:spPr>
          <a:xfrm>
            <a:off x="6240198" y="2921190"/>
            <a:ext cx="1837002" cy="597898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535148B1-3C23-AA02-3FD1-769924259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2553" y="2921190"/>
            <a:ext cx="3104762" cy="761905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56C58540-1A33-CB48-3BDA-7C64C489A992}"/>
              </a:ext>
            </a:extLst>
          </p:cNvPr>
          <p:cNvSpPr txBox="1"/>
          <p:nvPr/>
        </p:nvSpPr>
        <p:spPr>
          <a:xfrm>
            <a:off x="8140838" y="3035473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times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83C9D68-70EA-7D67-51B2-3ED1D9EB1CEE}"/>
              </a:ext>
            </a:extLst>
          </p:cNvPr>
          <p:cNvSpPr/>
          <p:nvPr/>
        </p:nvSpPr>
        <p:spPr>
          <a:xfrm>
            <a:off x="6114073" y="1493519"/>
            <a:ext cx="1211287" cy="552381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0EC48C2F-3997-2472-E468-5358902D7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221" y="1243899"/>
            <a:ext cx="2819048" cy="1057143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952246A8-FFB6-7CAF-4EB4-5648AF516F88}"/>
              </a:ext>
            </a:extLst>
          </p:cNvPr>
          <p:cNvSpPr txBox="1"/>
          <p:nvPr/>
        </p:nvSpPr>
        <p:spPr>
          <a:xfrm>
            <a:off x="8519307" y="4855049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solidFill>
                  <a:srgbClr val="FF0000"/>
                </a:solidFill>
              </a:rPr>
              <a:t>phi_W_ss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13216ED-0219-60D9-83C8-0F190EE77CA0}"/>
              </a:ext>
            </a:extLst>
          </p:cNvPr>
          <p:cNvCxnSpPr>
            <a:endCxn id="21" idx="1"/>
          </p:cNvCxnSpPr>
          <p:nvPr/>
        </p:nvCxnSpPr>
        <p:spPr>
          <a:xfrm>
            <a:off x="5965110" y="4592320"/>
            <a:ext cx="2554197" cy="44739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27E967C4-87C1-05E1-7C4A-FB99E1FD97DA}"/>
              </a:ext>
            </a:extLst>
          </p:cNvPr>
          <p:cNvSpPr/>
          <p:nvPr/>
        </p:nvSpPr>
        <p:spPr>
          <a:xfrm>
            <a:off x="3831021" y="5165648"/>
            <a:ext cx="2409177" cy="54708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F28BD08-CC9E-483E-C292-69BE3DE26783}"/>
              </a:ext>
            </a:extLst>
          </p:cNvPr>
          <p:cNvSpPr txBox="1"/>
          <p:nvPr/>
        </p:nvSpPr>
        <p:spPr>
          <a:xfrm>
            <a:off x="6396555" y="5095640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solidFill>
                  <a:srgbClr val="FF0000"/>
                </a:solidFill>
              </a:rPr>
              <a:t>index_add</a:t>
            </a:r>
            <a:r>
              <a:rPr lang="en-US" altLang="zh-CN" b="1" dirty="0">
                <a:solidFill>
                  <a:srgbClr val="FF0000"/>
                </a:solidFill>
              </a:rPr>
              <a:t>_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8F2CFF7-3C5D-C903-93DD-C06628C14BD8}"/>
              </a:ext>
            </a:extLst>
          </p:cNvPr>
          <p:cNvSpPr/>
          <p:nvPr/>
        </p:nvSpPr>
        <p:spPr>
          <a:xfrm>
            <a:off x="3842384" y="654072"/>
            <a:ext cx="547089" cy="47802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w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C99AE55-95D4-0940-D192-3154BB9EF690}"/>
              </a:ext>
            </a:extLst>
          </p:cNvPr>
          <p:cNvSpPr txBox="1"/>
          <p:nvPr/>
        </p:nvSpPr>
        <p:spPr>
          <a:xfrm>
            <a:off x="2500651" y="641320"/>
            <a:ext cx="1204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Init: zeros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12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EFCFBC4-1D86-2B39-2F41-95D9A9834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868" y="623427"/>
            <a:ext cx="3700263" cy="561114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84B793F-D54B-255D-4289-FE4809D42B82}"/>
              </a:ext>
            </a:extLst>
          </p:cNvPr>
          <p:cNvSpPr/>
          <p:nvPr/>
        </p:nvSpPr>
        <p:spPr>
          <a:xfrm>
            <a:off x="4543425" y="1473222"/>
            <a:ext cx="1552575" cy="47802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w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566FDD-656B-05BA-64D1-2A0A942DF400}"/>
              </a:ext>
            </a:extLst>
          </p:cNvPr>
          <p:cNvSpPr txBox="1"/>
          <p:nvPr/>
        </p:nvSpPr>
        <p:spPr>
          <a:xfrm>
            <a:off x="2961542" y="1552018"/>
            <a:ext cx="1284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bias=False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A74326-0D60-7C95-834A-FD1F022B1CB4}"/>
              </a:ext>
            </a:extLst>
          </p:cNvPr>
          <p:cNvSpPr txBox="1"/>
          <p:nvPr/>
        </p:nvSpPr>
        <p:spPr>
          <a:xfrm>
            <a:off x="8242659" y="1397272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torch.cat()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B762DBD9-3CB8-02F6-45E6-6559D89B1512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7440460" y="1581938"/>
            <a:ext cx="802199" cy="13029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0721D76-3CC6-3314-6BF5-F88EF54E58D9}"/>
              </a:ext>
            </a:extLst>
          </p:cNvPr>
          <p:cNvCxnSpPr>
            <a:cxnSpLocks/>
          </p:cNvCxnSpPr>
          <p:nvPr/>
        </p:nvCxnSpPr>
        <p:spPr>
          <a:xfrm flipH="1" flipV="1">
            <a:off x="3949340" y="3428999"/>
            <a:ext cx="1370372" cy="13029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D7007DC5-7A74-669A-C1B7-763FDE49582F}"/>
              </a:ext>
            </a:extLst>
          </p:cNvPr>
          <p:cNvSpPr txBox="1"/>
          <p:nvPr/>
        </p:nvSpPr>
        <p:spPr>
          <a:xfrm>
            <a:off x="1771152" y="3059667"/>
            <a:ext cx="2534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[dot product] &lt; U, V &gt;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2D0CD44F-6009-1129-AC59-28343790494B}"/>
              </a:ext>
            </a:extLst>
          </p:cNvPr>
          <p:cNvCxnSpPr>
            <a:cxnSpLocks/>
          </p:cNvCxnSpPr>
          <p:nvPr/>
        </p:nvCxnSpPr>
        <p:spPr>
          <a:xfrm flipV="1">
            <a:off x="6578127" y="1039660"/>
            <a:ext cx="1891970" cy="46268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E794B805-4616-6095-ACDE-06705644FE7E}"/>
              </a:ext>
            </a:extLst>
          </p:cNvPr>
          <p:cNvSpPr txBox="1"/>
          <p:nvPr/>
        </p:nvSpPr>
        <p:spPr>
          <a:xfrm>
            <a:off x="8601919" y="849134"/>
            <a:ext cx="367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[norm] </a:t>
            </a:r>
            <a:r>
              <a:rPr lang="en-US" altLang="zh-CN" b="1" dirty="0" err="1">
                <a:solidFill>
                  <a:srgbClr val="FF0000"/>
                </a:solidFill>
              </a:rPr>
              <a:t>torch.linalg.vector_norm</a:t>
            </a:r>
            <a:r>
              <a:rPr lang="en-US" altLang="zh-CN" b="1" dirty="0">
                <a:solidFill>
                  <a:srgbClr val="FF0000"/>
                </a:solidFill>
              </a:rPr>
              <a:t>()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1321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73A28A7-F853-3398-B0B2-98236BFC1806}"/>
              </a:ext>
            </a:extLst>
          </p:cNvPr>
          <p:cNvSpPr txBox="1"/>
          <p:nvPr/>
        </p:nvSpPr>
        <p:spPr>
          <a:xfrm>
            <a:off x="1571153" y="950769"/>
            <a:ext cx="690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复现目标：</a:t>
            </a:r>
            <a:r>
              <a:rPr lang="en-US" altLang="zh-CN" b="1" dirty="0">
                <a:solidFill>
                  <a:srgbClr val="FF0000"/>
                </a:solidFill>
              </a:rPr>
              <a:t>https://www.pnas.org/doi/10.1073/pnas.1815117116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6160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</Words>
  <Application>Microsoft Office PowerPoint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Yihong Lian</dc:creator>
  <cp:lastModifiedBy>Yihong Lian</cp:lastModifiedBy>
  <cp:revision>1</cp:revision>
  <dcterms:created xsi:type="dcterms:W3CDTF">2026-08-17T19:29:53Z</dcterms:created>
  <dcterms:modified xsi:type="dcterms:W3CDTF">2026-08-17T19:30:29Z</dcterms:modified>
</cp:coreProperties>
</file>